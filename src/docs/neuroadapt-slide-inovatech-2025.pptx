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Fredoka"/>
      <p:regular r:id="rId15"/>
      <p:bold r:id="rId16"/>
    </p:embeddedFon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redoka-regular.fntdata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font" Target="fonts/Fredok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945159"/>
            <a:ext cx="11601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NeuroAdapt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58530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Tecnologia e Neuroeducação para o Desenvolvimento Inclusivo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863394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Inclusão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Educação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Tecnologia</a:t>
            </a:r>
            <a:endParaRPr/>
          </a:p>
        </p:txBody>
      </p:sp>
      <p:pic>
        <p:nvPicPr>
          <p:cNvPr id="88" name="Google Shape;88;p13" title="Captura de tela 2025-11-26 075801.png"/>
          <p:cNvPicPr preferRelativeResize="0"/>
          <p:nvPr/>
        </p:nvPicPr>
        <p:blipFill rotWithShape="1">
          <a:blip r:embed="rId4">
            <a:alphaModFix/>
          </a:blip>
          <a:srcRect b="0" l="6962" r="6971" t="0"/>
          <a:stretch/>
        </p:blipFill>
        <p:spPr>
          <a:xfrm>
            <a:off x="5353538" y="1274600"/>
            <a:ext cx="1484925" cy="16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62000" y="1175750"/>
            <a:ext cx="597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O Propósito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62000" y="2105325"/>
            <a:ext cx="55236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NeuroAdapt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nasce com a missão de facilitar a inclusão e o desenvolvimento de crianças com necessidades atípicas, como o Transtorno do Espectro Autista (TEA).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4076550"/>
            <a:ext cx="55236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Oferecemos um </a:t>
            </a: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ambiente digital seguro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livre de distrações excessivas e adaptável, que respeita o ritmo de aprendizado de cada criança.</a:t>
            </a:r>
            <a:endParaRPr/>
          </a:p>
        </p:txBody>
      </p:sp>
      <p:pic>
        <p:nvPicPr>
          <p:cNvPr id="96" name="Google Shape;96;p14" title="unname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5675" y="806250"/>
            <a:ext cx="48768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title="unname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7300" y="9906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94705"/>
            <a:ext cx="3429000" cy="439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1694705"/>
            <a:ext cx="3429000" cy="439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1694705"/>
            <a:ext cx="3429000" cy="439801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Pilares do NeuroAdapt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05827" y="2847230"/>
            <a:ext cx="276034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Jogos Cognitivos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71550" y="3355776"/>
            <a:ext cx="26289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9 minijogos focados em lógica, memória, sequenciamento e discriminação auditiva.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15827" y="2847230"/>
            <a:ext cx="276034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Comunicação (CAA)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81550" y="3721447"/>
            <a:ext cx="2628900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Ferramentas de Comunicação Aumentativa para dar voz e autonomia à criança.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25827" y="2847230"/>
            <a:ext cx="276034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Adaptação Sensorial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91550" y="3721447"/>
            <a:ext cx="26289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Interface que se ajusta à sensibilidade da criança: Modo Calmo ou Estimulante.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250" y="214238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0" y="214238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77400" y="214238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01080"/>
            <a:ext cx="5334000" cy="478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01080"/>
            <a:ext cx="5334000" cy="478541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Adaptação Sensorial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78204" y="3017639"/>
            <a:ext cx="472059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Fredoka"/>
                <a:ea typeface="Fredoka"/>
                <a:cs typeface="Fredoka"/>
                <a:sym typeface="Fredoka"/>
              </a:rPr>
              <a:t>Modo Calmo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593205" y="3017639"/>
            <a:ext cx="472059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2400E"/>
                </a:solidFill>
                <a:latin typeface="Fredoka"/>
                <a:ea typeface="Fredoka"/>
                <a:cs typeface="Fredoka"/>
                <a:sym typeface="Fredoka"/>
              </a:rPr>
              <a:t>Modo Estimulante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7050" y="2369939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57250" y="3528089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90600" y="3526184"/>
            <a:ext cx="4495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Cores pastéis e baixo contraste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57250" y="403663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90600" y="4034730"/>
            <a:ext cx="4495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Sem vibração ou sons bruscos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7250" y="4545181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90600" y="4543276"/>
            <a:ext cx="44958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Foco: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Reduzir ansiedade e sobrecarga sensorial (Hipersensibilidade).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53475" y="2369939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6572250" y="3528089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05600" y="3526184"/>
            <a:ext cx="4495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Cores vivas e alto contraste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72250" y="403663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05600" y="4034730"/>
            <a:ext cx="4495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Feedback tátil e animações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4545181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05600" y="4543276"/>
            <a:ext cx="44958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Foco: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Engajamento e alerta (Hipossensibilidade).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571625" y="7092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Biblioteca de Jogos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614" y="2273122"/>
            <a:ext cx="366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Lógica e Formas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58925" y="2781667"/>
            <a:ext cx="3492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Combine formas e quebra-cabeças.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58962" y="3688096"/>
            <a:ext cx="36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Cores e Seq</a:t>
            </a: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u</a:t>
            </a: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ência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46275" y="4196643"/>
            <a:ext cx="349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Identificação e memória visual.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9090" y="4629634"/>
            <a:ext cx="366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Linguagem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46400" y="5138180"/>
            <a:ext cx="349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Adivinhe a Palavra e o Som.</a:t>
            </a:r>
            <a:endParaRPr/>
          </a:p>
        </p:txBody>
      </p:sp>
      <p:grpSp>
        <p:nvGrpSpPr>
          <p:cNvPr id="149" name="Google Shape;149;p17"/>
          <p:cNvGrpSpPr/>
          <p:nvPr/>
        </p:nvGrpSpPr>
        <p:grpSpPr>
          <a:xfrm>
            <a:off x="4238875" y="1263350"/>
            <a:ext cx="7669050" cy="5293706"/>
            <a:chOff x="4326150" y="1446350"/>
            <a:chExt cx="7669050" cy="5293706"/>
          </a:xfrm>
        </p:grpSpPr>
        <p:pic>
          <p:nvPicPr>
            <p:cNvPr id="150" name="Google Shape;150;p17" title="Captura de tela 2025-11-26 141757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26150" y="1450225"/>
              <a:ext cx="3127475" cy="52898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7" title="Captura de tela 2025-11-26 140217.png"/>
            <p:cNvPicPr preferRelativeResize="0"/>
            <p:nvPr/>
          </p:nvPicPr>
          <p:blipFill rotWithShape="1">
            <a:blip r:embed="rId4">
              <a:alphaModFix/>
            </a:blip>
            <a:srcRect b="0" l="3915" r="18852" t="0"/>
            <a:stretch/>
          </p:blipFill>
          <p:spPr>
            <a:xfrm>
              <a:off x="6843125" y="1515250"/>
              <a:ext cx="2592900" cy="5220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7" title="Captura de tela 2025-11-26 124457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019850" y="1446350"/>
              <a:ext cx="2975350" cy="5220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5240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350" y="268225"/>
            <a:ext cx="5810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Comunicação Aumentativa (CAA)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350" y="1746373"/>
            <a:ext cx="581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comunicação é a chave para a autonomia.</a:t>
            </a:r>
            <a:endParaRPr/>
          </a:p>
        </p:txBody>
      </p:sp>
      <p:pic>
        <p:nvPicPr>
          <p:cNvPr id="160" name="Google Shape;160;p18" title="Design sem nome (1).png"/>
          <p:cNvPicPr preferRelativeResize="0"/>
          <p:nvPr/>
        </p:nvPicPr>
        <p:blipFill rotWithShape="1">
          <a:blip r:embed="rId4">
            <a:alphaModFix/>
          </a:blip>
          <a:srcRect b="0" l="28042" r="0" t="0"/>
          <a:stretch/>
        </p:blipFill>
        <p:spPr>
          <a:xfrm>
            <a:off x="6381750" y="1524000"/>
            <a:ext cx="5238750" cy="381000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18"/>
          <p:cNvSpPr txBox="1"/>
          <p:nvPr/>
        </p:nvSpPr>
        <p:spPr>
          <a:xfrm>
            <a:off x="438000" y="2256834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350" y="2254925"/>
            <a:ext cx="5810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Grade de Símbolos: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Pictogramas categorizados (Comida, Ações, Sentimentos).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38000" y="313105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350" y="3129150"/>
            <a:ext cx="5810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Construtor de Frases: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Permite montar e "falar" frases completas (ex: "Eu quero brincar").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38000" y="4005267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350" y="4003350"/>
            <a:ext cx="5810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Acessibilidade: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Respostas rápidas (Sim/Não) e botão de Ajuda.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275" y="4821275"/>
            <a:ext cx="5810401" cy="15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438004" y="4955025"/>
            <a:ext cx="594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Inteligência Emocional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388804" y="5585550"/>
            <a:ext cx="5943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Aba dedicada </a:t>
            </a: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"O que sinto?"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ajuda a criança a identificar e nomear emoções.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4104"/>
          <a:stretch/>
        </p:blipFill>
        <p:spPr>
          <a:xfrm>
            <a:off x="571500" y="2247751"/>
            <a:ext cx="11049000" cy="403874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Relatórios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146173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de Análise de Dados de Uso para pais e terapeutas.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286500" y="2701528"/>
            <a:ext cx="5600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Insights Gerados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153150" y="3211978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286500" y="3210073"/>
            <a:ext cx="5334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Evolução Cognitiva: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Acompanhamento de acertos e erros por tipo de jogo.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153150" y="408619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286500" y="4084290"/>
            <a:ext cx="5334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Análise de Humor: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Frequência de emoções registradas.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153150" y="4960411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286500" y="4958506"/>
            <a:ext cx="5334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Vocabulário: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Palavras e símbolos mais utilizados na comunicação.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Próximos Passos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411286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485900" y="2606278"/>
            <a:ext cx="381000" cy="3810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16254" y="3177778"/>
            <a:ext cx="232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Fase 1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3686323"/>
            <a:ext cx="22098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Novas estruturas para os 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jogos e CAA básico.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4432250" y="2606278"/>
            <a:ext cx="381000" cy="3810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462605" y="3177778"/>
            <a:ext cx="232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Fase 2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517850" y="3686323"/>
            <a:ext cx="22098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Personalização avançada de Avatares e novos temas.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7378600" y="2606278"/>
            <a:ext cx="381000" cy="3810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408955" y="3177778"/>
            <a:ext cx="232029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Fase 3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464200" y="3686323"/>
            <a:ext cx="2209800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Integração na nuvem para sincronizar progresso entre dispositivos.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10324951" y="2606278"/>
            <a:ext cx="381000" cy="3810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9355306" y="3177778"/>
            <a:ext cx="232029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Futuro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410551" y="3686323"/>
            <a:ext cx="22098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IA para sugerir atividades baseadas no humor diário.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1524000" y="2902297"/>
            <a:ext cx="9144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3B82F6"/>
                </a:solidFill>
                <a:latin typeface="Fredoka"/>
                <a:ea typeface="Fredoka"/>
                <a:cs typeface="Fredoka"/>
                <a:sym typeface="Fredoka"/>
              </a:rPr>
              <a:t> "Um espaço seguro para crescer." 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524000" y="3672910"/>
            <a:ext cx="914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Obrigado pela atenção!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295400" y="4323430"/>
            <a:ext cx="96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2937"/>
                </a:solidFill>
                <a:latin typeface="Fredoka"/>
                <a:ea typeface="Fredoka"/>
                <a:cs typeface="Fredoka"/>
                <a:sym typeface="Fredoka"/>
              </a:rPr>
              <a:t>Perguntas?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524000" y="4976663"/>
            <a:ext cx="914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neuroadapt 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| 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ADS251N-01ZL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